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7" r:id="rId7"/>
    <p:sldId id="271" r:id="rId8"/>
    <p:sldId id="276" r:id="rId9"/>
    <p:sldId id="272" r:id="rId10"/>
    <p:sldId id="275" r:id="rId11"/>
    <p:sldId id="273" r:id="rId12"/>
    <p:sldId id="278" r:id="rId13"/>
    <p:sldId id="27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4660"/>
  </p:normalViewPr>
  <p:slideViewPr>
    <p:cSldViewPr snapToGrid="0">
      <p:cViewPr varScale="1">
        <p:scale>
          <a:sx n="74" d="100"/>
          <a:sy n="74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1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56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9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xmlns="" id="{3F0EAE8F-8B4C-436F-93E6-DF250930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5847C07-33FE-4652-A9FD-CD40E657B78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84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469" y="777175"/>
            <a:ext cx="10363200" cy="1470025"/>
          </a:xfrm>
        </p:spPr>
        <p:txBody>
          <a:bodyPr/>
          <a:lstStyle/>
          <a:p>
            <a:pPr algn="ctr"/>
            <a:r>
              <a:rPr lang="en-IN" dirty="0"/>
              <a:t>Financial Causality Detection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2278" y="2018874"/>
            <a:ext cx="3970594" cy="552184"/>
          </a:xfrm>
        </p:spPr>
        <p:txBody>
          <a:bodyPr>
            <a:normAutofit/>
          </a:bodyPr>
          <a:lstStyle/>
          <a:p>
            <a:pPr algn="l"/>
            <a:r>
              <a:rPr lang="en-GB" sz="1800" dirty="0" smtClean="0">
                <a:latin typeface="+mj-lt"/>
              </a:rPr>
              <a:t>Batch Number: G-9 </a:t>
            </a:r>
          </a:p>
          <a:p>
            <a:pPr algn="l"/>
            <a:endParaRPr lang="en-GB" sz="1800" dirty="0">
              <a:latin typeface="+mj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576116"/>
              </p:ext>
            </p:extLst>
          </p:nvPr>
        </p:nvGraphicFramePr>
        <p:xfrm>
          <a:off x="749868" y="2447531"/>
          <a:ext cx="5418666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3331634959"/>
                    </a:ext>
                  </a:extLst>
                </a:gridCol>
                <a:gridCol w="3333666">
                  <a:extLst>
                    <a:ext uri="{9D8B030D-6E8A-4147-A177-3AD203B41FA5}">
                      <a16:colId xmlns:a16="http://schemas.microsoft.com/office/drawing/2014/main" xmlns="" val="2054911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 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           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854405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8365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65314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499541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5788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80820719"/>
                  </a:ext>
                </a:extLst>
              </a:tr>
            </a:tbl>
          </a:graphicData>
        </a:graphic>
      </p:graphicFrame>
      <p:sp>
        <p:nvSpPr>
          <p:cNvPr id="5" name="Subtitle 2"/>
          <p:cNvSpPr txBox="1">
            <a:spLocks/>
          </p:cNvSpPr>
          <p:nvPr/>
        </p:nvSpPr>
        <p:spPr>
          <a:xfrm>
            <a:off x="6677708" y="2721956"/>
            <a:ext cx="5514292" cy="2433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986772" y="334089"/>
            <a:ext cx="3970594" cy="552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buClr>
                <a:srgbClr val="17365D"/>
              </a:buClr>
              <a:buSzPct val="100000"/>
            </a:pPr>
            <a:r>
              <a:rPr lang="en-GB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PSCS184 Capstone Project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10"/>
              </a:spcBef>
              <a:buClr>
                <a:srgbClr val="17365D"/>
              </a:buClr>
              <a:buSzPct val="100000"/>
            </a:pPr>
            <a:r>
              <a:rPr lang="en-GB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lang="en-GB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12418" y="2487122"/>
            <a:ext cx="6096000" cy="256480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Joe </a:t>
            </a:r>
            <a:r>
              <a:rPr lang="en-US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Arun</a:t>
            </a:r>
            <a:r>
              <a:rPr lang="en-US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6289" y="4688755"/>
            <a:ext cx="111224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17365D"/>
              </a:buClr>
              <a:buSzPct val="100000"/>
            </a:pP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Shyam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Sudha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/ Dr. Abdul Khadar A / Mr.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Zia Ur Rahman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15" y="2894916"/>
            <a:ext cx="4876235" cy="179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4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Extractive QA (Roberta-based model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The extractive QA part uses the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(Robustly Optimized BERT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Pretraining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Approach)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model fine-tuned on the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SQuAD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2.0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dataset. This model identifies specific spans of text (exact answers) within the context to answer the question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deepset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/Roberta-base-squad2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used for extractive QA. The model uses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transformers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identifying exact answers based on the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context.</a:t>
            </a: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48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AE4791-63CE-F72C-7720-E9377687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72F65C-7769-1F45-7F29-8EE814EA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Generative QA (GPT-2 model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Algorithm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The generative QA part uses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GPT-2 (Generative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Pretrained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Transformer 2)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which is a generative model that produces creative, freeform text responses. It doesn't rely on specific text spans but instead generates answers based on its training in language modeling.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Implementation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The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 gpt2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is used for text generation, which generates new text (complex or creative answers) based on the context and question.</a:t>
            </a:r>
          </a:p>
        </p:txBody>
      </p:sp>
    </p:spTree>
    <p:extLst>
      <p:ext uri="{BB962C8B-B14F-4D97-AF65-F5344CB8AC3E}">
        <p14:creationId xmlns:p14="http://schemas.microsoft.com/office/powerpoint/2010/main" val="424632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98AA8D-4904-5746-B9D3-EE6534E3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BC469C-6B7A-581C-5E9F-878294EC2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975576"/>
            <a:ext cx="10668000" cy="49529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def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Use the generative model to generate more creative and complex answers.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return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generative_qa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(context + question,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max_new_tokens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=50)[0]['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generated_text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']</a:t>
            </a: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def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Detect causal relationships in financial disclosures using hybrid QA.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(context, language)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(question, language)</a:t>
            </a: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# First, use extractive QA for exact answers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exact_answer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# Then, use generative QA for more complex relationships</a:t>
            </a: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return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exact_answer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generated_answer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5B455D-69B7-D5C7-E7A5-A10CA3A4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0CD0F2-C02F-B013-F60C-E5F69862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from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django.shortcuts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import render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from .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qa_app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import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def index(request):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Renders the index page where users can upload documents and ask questions.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if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request.method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== "POST":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context_text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['context']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question_text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['question']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language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request.POST.get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('language')</a:t>
            </a:r>
          </a:p>
          <a:p>
            <a:pPr marL="0" indent="0" algn="just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03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5B455D-69B7-D5C7-E7A5-A10CA3A4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0CD0F2-C02F-B013-F60C-E5F69862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# Get answers using the QA models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context_text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question_text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# Pass the results to the template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context = {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    '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extractive_answer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':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    '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':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return render(request, '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qa_app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/results.html', context)</a:t>
            </a:r>
          </a:p>
          <a:p>
            <a:pPr marL="0" indent="0" algn="just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return render(request, '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qa_app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/index.html')</a:t>
            </a:r>
          </a:p>
        </p:txBody>
      </p:sp>
    </p:spTree>
    <p:extLst>
      <p:ext uri="{BB962C8B-B14F-4D97-AF65-F5344CB8AC3E}">
        <p14:creationId xmlns:p14="http://schemas.microsoft.com/office/powerpoint/2010/main" val="23615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3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sz="3400" b="1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en-IN" sz="3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3400" b="1" dirty="0">
                <a:latin typeface="Cambria" panose="02040503050406030204" pitchFamily="18" charset="0"/>
                <a:ea typeface="Cambria" panose="02040503050406030204" pitchFamily="18" charset="0"/>
              </a:rPr>
              <a:t>Generative QA </a:t>
            </a:r>
            <a:r>
              <a:rPr lang="en-IN" sz="3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  <a:endParaRPr lang="en-IN" sz="3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def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Use the generative model to generate more creative and complex answers.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return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generative_qa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(context + question,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max_new_tokens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=50)[0]['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']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28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Explanation: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It appends the context and question together, then passes this to GPT-2 to generate new text (up to 50 new tokens).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function generates a more creative or complex response using the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GPT-2 generative model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5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48" y="300396"/>
            <a:ext cx="10668000" cy="487362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648" y="901523"/>
            <a:ext cx="10668000" cy="5782614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Main Causality Detection </a:t>
            </a:r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def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Detect causal relationships in financial disclosures using hybrid QA.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(context, language)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(question, language)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# First, use extractive QA for exact answers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exact_answer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# Then, use generative QA for more complex relationships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preprocessed_context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preprocessed_question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return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exact_answer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generated_answer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4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48" y="300396"/>
            <a:ext cx="10668000" cy="487362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258911"/>
            <a:ext cx="10668000" cy="495299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Explanation: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function handles the overall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causality detection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process.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preprocesses the context and question using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first uses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extractive QA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find the exact answer and then uses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generative QA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more complex, creative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responses.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 returns both the exact answer and the generated answer as a tuple.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9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Views.py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from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django.shortcuts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import render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from .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qa_app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import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def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index(request):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Renders the index page where users can upload documents and ask questions.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if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request.method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== "POST":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context_text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['context']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question_text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['question']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    language =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request.POST.get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('language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')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4378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# Get answers using the QA models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context_text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question_text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, language)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# Pass the results to the template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context = {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    '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extractive_answer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':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    '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': </a:t>
            </a:r>
            <a:r>
              <a:rPr lang="en-US" sz="44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       }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9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Explanation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ndex() 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primary function that processes the user's inputs (context and question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algn="just"/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When a POST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request is made (form submission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):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It retrieves the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context_text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(financial disclosure),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question_text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selected language from the form</a:t>
            </a:r>
          </a:p>
          <a:p>
            <a:pPr algn="just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It then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calls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detect_causality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get both the extractive and generative answers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When a GET request is made,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simply renders the index template (index.html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displaying the form to the user.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1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en-GB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GB" sz="6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GB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7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informatics" id="{2C23B8A5-E958-4A8C-AECF-01EA482D72F9}" vid="{45DF3A2B-1BA7-4465-AD96-220179DE36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3266</TotalTime>
  <Words>916</Words>
  <Application>Microsoft Office PowerPoint</Application>
  <PresentationFormat>Widescreen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Bookman Old Style</vt:lpstr>
      <vt:lpstr>Calibri</vt:lpstr>
      <vt:lpstr>Cambria</vt:lpstr>
      <vt:lpstr>Verdana</vt:lpstr>
      <vt:lpstr>Wingdings</vt:lpstr>
      <vt:lpstr>Bioinformatics</vt:lpstr>
      <vt:lpstr>Financial Causality Detection </vt:lpstr>
      <vt:lpstr>Algorithm</vt:lpstr>
      <vt:lpstr>Algorithm</vt:lpstr>
      <vt:lpstr>Code</vt:lpstr>
      <vt:lpstr>Code</vt:lpstr>
      <vt:lpstr>Code</vt:lpstr>
      <vt:lpstr>Code Explanation</vt:lpstr>
      <vt:lpstr>Code Explanation</vt:lpstr>
      <vt:lpstr>Code Explanation</vt:lpstr>
      <vt:lpstr>Code Explanation</vt:lpstr>
      <vt:lpstr>Code Explanation</vt:lpstr>
      <vt:lpstr>Code Explanation</vt:lpstr>
      <vt:lpstr>Code Explanation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Vinusha Guranavar</cp:lastModifiedBy>
  <cp:revision>39</cp:revision>
  <dcterms:created xsi:type="dcterms:W3CDTF">2023-03-16T03:26:27Z</dcterms:created>
  <dcterms:modified xsi:type="dcterms:W3CDTF">2025-01-09T08:58:44Z</dcterms:modified>
</cp:coreProperties>
</file>